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8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436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614871-0AF5-4087-856A-A58076AF8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F1EFE-A4D0-4D98-99F3-CDA425695B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F1EFE-A4D0-4D98-99F3-CDA425695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9DC9C-33DF-4CEA-BC69-5FD9F1B29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D16AB-0903-427A-84C8-002F5012D6C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 rot="20264455">
            <a:off x="6941583" y="4142557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 rot="20264455">
            <a:off x="3918151" y="2696212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 rot="20264455">
            <a:off x="617397" y="1286314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4678" y="744843"/>
            <a:ext cx="10161346" cy="1320126"/>
          </a:xfrm>
        </p:spPr>
        <p:txBody>
          <a:bodyPr>
            <a:normAutofit/>
          </a:bodyPr>
          <a:lstStyle/>
          <a:p>
            <a:r>
              <a:rPr lang="en-US" altLang="zh-CN" sz="7200" b="1" dirty="0"/>
              <a:t>ESP32CAM </a:t>
            </a:r>
            <a:r>
              <a:rPr lang="zh-CN" altLang="en-US" sz="7200" b="1" dirty="0">
                <a:solidFill>
                  <a:srgbClr val="FF0000"/>
                </a:solidFill>
              </a:rPr>
              <a:t>保姆级教程</a:t>
            </a:r>
            <a:endParaRPr lang="zh-CN" altLang="en-US" sz="7200" b="1" dirty="0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2724" y="2857197"/>
            <a:ext cx="9144000" cy="1655762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请详细看教程，一步一步操作，所有问题会遇到的都在这里能解决，不需要咨询客服！用心用心用心 仔细看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7181" y="4621960"/>
            <a:ext cx="10367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Jiataigaoke</a:t>
            </a:r>
            <a:r>
              <a:rPr lang="zh-CN" altLang="en-US" sz="2400" dirty="0"/>
              <a:t>旗舰店版权所有！想用此</a:t>
            </a:r>
            <a:r>
              <a:rPr lang="en-US" altLang="zh-CN" sz="2400" dirty="0"/>
              <a:t>PPT,</a:t>
            </a:r>
            <a:r>
              <a:rPr lang="zh-CN" altLang="en-US" sz="2400" dirty="0"/>
              <a:t>请附上店铺名或链接，谢谢合作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rot="20264455">
            <a:off x="7571298" y="4836880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 rot="20264455">
            <a:off x="7571298" y="2842106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亲亲们收到手是这样的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308" y="2003285"/>
            <a:ext cx="4905375" cy="4076700"/>
          </a:xfrm>
        </p:spPr>
      </p:pic>
      <p:sp>
        <p:nvSpPr>
          <p:cNvPr id="9" name="箭头: 右 8"/>
          <p:cNvSpPr/>
          <p:nvPr/>
        </p:nvSpPr>
        <p:spPr>
          <a:xfrm>
            <a:off x="5957047" y="5311588"/>
            <a:ext cx="1264024" cy="48409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21071" y="4803756"/>
            <a:ext cx="51294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收到手的底座有可能是只有一个</a:t>
            </a:r>
            <a:r>
              <a:rPr lang="en-US" altLang="zh-CN" sz="2000" dirty="0">
                <a:solidFill>
                  <a:srgbClr val="FF0000"/>
                </a:solidFill>
              </a:rPr>
              <a:t>RTS</a:t>
            </a:r>
            <a:r>
              <a:rPr lang="zh-CN" altLang="en-US" sz="2000" dirty="0">
                <a:solidFill>
                  <a:srgbClr val="FF0000"/>
                </a:solidFill>
              </a:rPr>
              <a:t>按钮，这个是厂家不同，随机发货，不必在意，用法一样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25235" y="2831634"/>
            <a:ext cx="5129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</a:t>
            </a:r>
            <a:r>
              <a:rPr lang="en-US" altLang="zh-CN" dirty="0" err="1"/>
              <a:t>arduino</a:t>
            </a:r>
            <a:r>
              <a:rPr lang="zh-CN" altLang="en-US" dirty="0"/>
              <a:t>开发的才看，用</a:t>
            </a:r>
            <a:r>
              <a:rPr lang="en-US" altLang="zh-CN" dirty="0" err="1"/>
              <a:t>thonny</a:t>
            </a:r>
            <a:r>
              <a:rPr lang="zh-CN" altLang="en-US" dirty="0"/>
              <a:t>不用看，也不用问客服，客服不懂，只知道</a:t>
            </a:r>
            <a:r>
              <a:rPr lang="en-US" altLang="zh-CN" dirty="0" err="1"/>
              <a:t>thonny</a:t>
            </a:r>
            <a:r>
              <a:rPr lang="zh-CN" altLang="en-US" dirty="0"/>
              <a:t>底座也用不了，要接</a:t>
            </a:r>
            <a:r>
              <a:rPr lang="en-US" altLang="zh-CN" dirty="0" err="1"/>
              <a:t>usb</a:t>
            </a:r>
            <a:r>
              <a:rPr lang="zh-CN" altLang="en-US" dirty="0"/>
              <a:t>转</a:t>
            </a:r>
            <a:r>
              <a:rPr lang="en-US" altLang="zh-CN" dirty="0"/>
              <a:t>TLL</a:t>
            </a:r>
            <a:r>
              <a:rPr lang="zh-CN" altLang="en-US" dirty="0"/>
              <a:t>才能下载！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 rot="20264455">
            <a:off x="2944388" y="1906132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 rot="20264455">
            <a:off x="7793860" y="2433987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 rot="20264455">
            <a:off x="5365970" y="4563699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 rot="20264455">
            <a:off x="3562396" y="2627693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 rot="20264455">
            <a:off x="473406" y="1184623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我们先把数据线连接开发板插到电脑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重点：</a:t>
            </a:r>
            <a:endParaRPr lang="en-US" altLang="zh-CN" dirty="0"/>
          </a:p>
          <a:p>
            <a:r>
              <a:rPr lang="zh-CN" altLang="en-US" dirty="0">
                <a:highlight>
                  <a:srgbClr val="FFFF00"/>
                </a:highlight>
              </a:rPr>
              <a:t>数据线的</a:t>
            </a:r>
            <a:r>
              <a:rPr lang="en-US" altLang="zh-CN" dirty="0">
                <a:highlight>
                  <a:srgbClr val="FFFF00"/>
                </a:highlight>
              </a:rPr>
              <a:t>USB</a:t>
            </a:r>
            <a:r>
              <a:rPr lang="zh-CN" altLang="en-US" dirty="0">
                <a:highlight>
                  <a:srgbClr val="FFFF00"/>
                </a:highlight>
              </a:rPr>
              <a:t>头</a:t>
            </a:r>
            <a:r>
              <a:rPr lang="zh-CN" altLang="en-US" dirty="0"/>
              <a:t>务必插到</a:t>
            </a:r>
            <a:r>
              <a:rPr lang="zh-CN" altLang="en-US" dirty="0">
                <a:highlight>
                  <a:srgbClr val="FFFF00"/>
                </a:highlight>
              </a:rPr>
              <a:t>电脑的</a:t>
            </a:r>
            <a:r>
              <a:rPr lang="en-US" altLang="zh-CN" dirty="0">
                <a:highlight>
                  <a:srgbClr val="FFFF00"/>
                </a:highlight>
              </a:rPr>
              <a:t>USB</a:t>
            </a:r>
            <a:r>
              <a:rPr lang="zh-CN" altLang="en-US" dirty="0"/>
              <a:t>，</a:t>
            </a:r>
            <a:r>
              <a:rPr lang="zh-CN" altLang="en-US" dirty="0">
                <a:highlight>
                  <a:srgbClr val="FF0000"/>
                </a:highlight>
              </a:rPr>
              <a:t>不要</a:t>
            </a:r>
            <a:r>
              <a:rPr lang="zh-CN" altLang="en-US" dirty="0"/>
              <a:t>插到</a:t>
            </a:r>
            <a:r>
              <a:rPr lang="en-US" altLang="zh-CN" dirty="0"/>
              <a:t>HUB</a:t>
            </a:r>
            <a:r>
              <a:rPr lang="zh-CN" altLang="en-US" dirty="0"/>
              <a:t>，外设等其他插口，后果可能识别不到串口，以及上传不了等情况，自行取决，如果外设能用则用</a:t>
            </a:r>
            <a:endParaRPr lang="en-US" altLang="zh-CN" dirty="0"/>
          </a:p>
          <a:p>
            <a:r>
              <a:rPr lang="zh-CN" altLang="en-US" dirty="0"/>
              <a:t>以及如果</a:t>
            </a:r>
            <a:r>
              <a:rPr lang="zh-CN" altLang="en-US" dirty="0">
                <a:highlight>
                  <a:srgbClr val="FF0000"/>
                </a:highlight>
              </a:rPr>
              <a:t>不是本店的数据线</a:t>
            </a:r>
            <a:r>
              <a:rPr lang="zh-CN" altLang="en-US" dirty="0"/>
              <a:t>也有可能</a:t>
            </a:r>
            <a:r>
              <a:rPr lang="zh-CN" altLang="en-US" dirty="0">
                <a:highlight>
                  <a:srgbClr val="FF0000"/>
                </a:highlight>
              </a:rPr>
              <a:t>识别不到串口</a:t>
            </a:r>
            <a:r>
              <a:rPr lang="zh-CN" altLang="en-US" dirty="0"/>
              <a:t>，不用找客服说怎么识别不到，（没买数据线的）自行去更换数据线。有人试了</a:t>
            </a:r>
            <a:r>
              <a:rPr lang="en-US" altLang="zh-CN" dirty="0"/>
              <a:t>10</a:t>
            </a:r>
            <a:r>
              <a:rPr lang="zh-CN" altLang="en-US" dirty="0"/>
              <a:t>几条才能识别上，所以没买数据线的宝贝们，自行尝试，也没办法告诉你什么数据线能用！</a:t>
            </a:r>
            <a:endParaRPr lang="en-US" altLang="zh-CN" dirty="0"/>
          </a:p>
          <a:p>
            <a:r>
              <a:rPr lang="zh-CN" altLang="en-US" dirty="0"/>
              <a:t>还有一种可能，你的电脑系统兼容不了（极少情况）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 rot="20264455">
            <a:off x="7475834" y="3291255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 rot="20264455">
            <a:off x="7818734" y="4837665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首先插入电脑，检查开发板确定能识别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209" y="1788459"/>
            <a:ext cx="3736601" cy="4982135"/>
          </a:xfrm>
          <a:prstGeom prst="rect">
            <a:avLst/>
          </a:prstGeom>
        </p:spPr>
      </p:pic>
      <p:sp>
        <p:nvSpPr>
          <p:cNvPr id="14" name="箭头: 右 13"/>
          <p:cNvSpPr/>
          <p:nvPr/>
        </p:nvSpPr>
        <p:spPr>
          <a:xfrm>
            <a:off x="5291418" y="5130053"/>
            <a:ext cx="1358153" cy="4773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644698" y="3277441"/>
            <a:ext cx="1089212" cy="10287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743700" y="4578723"/>
            <a:ext cx="47064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一定要插到电脑的主机的</a:t>
            </a:r>
            <a:r>
              <a:rPr lang="en-US" altLang="zh-CN" dirty="0">
                <a:solidFill>
                  <a:srgbClr val="FF0000"/>
                </a:solidFill>
              </a:rPr>
              <a:t>USB</a:t>
            </a:r>
            <a:r>
              <a:rPr lang="zh-CN" altLang="en-US" dirty="0">
                <a:solidFill>
                  <a:srgbClr val="FF0000"/>
                </a:solidFill>
              </a:rPr>
              <a:t>，这里特别说明下</a:t>
            </a:r>
            <a:r>
              <a:rPr lang="en-US" altLang="zh-CN" dirty="0">
                <a:solidFill>
                  <a:srgbClr val="FF0000"/>
                </a:solidFill>
              </a:rPr>
              <a:t>USB</a:t>
            </a:r>
            <a:r>
              <a:rPr lang="zh-CN" altLang="en-US" dirty="0">
                <a:solidFill>
                  <a:srgbClr val="FF0000"/>
                </a:solidFill>
              </a:rPr>
              <a:t>也有分数据传输好坏，如果有多个</a:t>
            </a:r>
            <a:r>
              <a:rPr lang="en-US" altLang="zh-CN" dirty="0">
                <a:solidFill>
                  <a:srgbClr val="FF0000"/>
                </a:solidFill>
              </a:rPr>
              <a:t>USB</a:t>
            </a:r>
            <a:r>
              <a:rPr lang="zh-CN" altLang="en-US" dirty="0">
                <a:solidFill>
                  <a:srgbClr val="FF0000"/>
                </a:solidFill>
              </a:rPr>
              <a:t>口可以尝试更换，（如果不能识别请插到鼠标口）不用咨询客服！上面详细已经表明为什么识别不到串口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395" y="1475093"/>
            <a:ext cx="4926709" cy="1876307"/>
          </a:xfrm>
          <a:prstGeom prst="rect">
            <a:avLst/>
          </a:prstGeom>
        </p:spPr>
      </p:pic>
      <p:sp>
        <p:nvSpPr>
          <p:cNvPr id="19" name="箭头: 下 18"/>
          <p:cNvSpPr/>
          <p:nvPr/>
        </p:nvSpPr>
        <p:spPr>
          <a:xfrm>
            <a:off x="9466729" y="3012141"/>
            <a:ext cx="127747" cy="3361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21071" y="3650876"/>
            <a:ext cx="4363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如果是用</a:t>
            </a:r>
            <a:r>
              <a:rPr lang="en-US" altLang="zh-CN" sz="1400" dirty="0"/>
              <a:t>USB</a:t>
            </a:r>
            <a:r>
              <a:rPr lang="zh-CN" altLang="en-US" sz="1400" dirty="0"/>
              <a:t>转</a:t>
            </a:r>
            <a:r>
              <a:rPr lang="en-US" altLang="zh-CN" sz="1400" dirty="0"/>
              <a:t>TLL</a:t>
            </a:r>
            <a:r>
              <a:rPr lang="zh-CN" altLang="en-US" sz="1400" dirty="0"/>
              <a:t>，请按上图接线位置一摸一样去接，烧录完，拔掉黑线的短接去运行</a:t>
            </a:r>
            <a:endParaRPr lang="zh-CN" altLang="en-US" sz="1400" dirty="0"/>
          </a:p>
        </p:txBody>
      </p:sp>
      <p:sp>
        <p:nvSpPr>
          <p:cNvPr id="21" name="矩形 20"/>
          <p:cNvSpPr/>
          <p:nvPr/>
        </p:nvSpPr>
        <p:spPr>
          <a:xfrm>
            <a:off x="7077364" y="3583642"/>
            <a:ext cx="4650984" cy="7224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6353735" y="1627094"/>
            <a:ext cx="0" cy="2857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363382" y="4484594"/>
            <a:ext cx="5467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 rot="20264455">
            <a:off x="1452329" y="2493457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打开电脑的设备管理器检查串口，不会打开去百度一下设备管理器在哪里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84412" y="1690688"/>
            <a:ext cx="5438103" cy="398103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94229" y="3287877"/>
            <a:ext cx="1452283" cy="262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/>
          <p:cNvSpPr/>
          <p:nvPr/>
        </p:nvSpPr>
        <p:spPr>
          <a:xfrm>
            <a:off x="2467535" y="3193676"/>
            <a:ext cx="934571" cy="3564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511923" y="2828835"/>
            <a:ext cx="24249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有驱动会显示在这里，表示正常识别了，也可能会显示</a:t>
            </a:r>
            <a:r>
              <a:rPr lang="en-US" altLang="zh-CN" dirty="0">
                <a:solidFill>
                  <a:srgbClr val="FF0000"/>
                </a:solidFill>
              </a:rPr>
              <a:t>340</a:t>
            </a:r>
            <a:r>
              <a:rPr lang="zh-CN" altLang="en-US" dirty="0">
                <a:solidFill>
                  <a:srgbClr val="FF0000"/>
                </a:solidFill>
              </a:rPr>
              <a:t>的字样，如果没显示，显示在其他设备感叹号的话，就要安装驱动，联系客服索取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 rot="20264455">
            <a:off x="1714677" y="2129212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另外教程里面，有个</a:t>
            </a:r>
            <a:r>
              <a:rPr lang="en-US" altLang="zh-CN" dirty="0" err="1"/>
              <a:t>arduino</a:t>
            </a:r>
            <a:r>
              <a:rPr lang="zh-CN" altLang="en-US" dirty="0"/>
              <a:t>搭建教程，我这边详细说下会遇到的问题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最繁琐的就是搭建</a:t>
            </a:r>
            <a:r>
              <a:rPr lang="en-US" altLang="zh-CN" dirty="0">
                <a:solidFill>
                  <a:srgbClr val="FF0000"/>
                </a:solidFill>
              </a:rPr>
              <a:t>ESP32</a:t>
            </a:r>
            <a:r>
              <a:rPr lang="zh-CN" altLang="en-US" dirty="0">
                <a:solidFill>
                  <a:srgbClr val="FF0000"/>
                </a:solidFill>
              </a:rPr>
              <a:t>的库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967" y="2501010"/>
            <a:ext cx="1696137" cy="63887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288" y="2373263"/>
            <a:ext cx="7828990" cy="4409218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3843057" y="2319475"/>
            <a:ext cx="884584" cy="8674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44086" y="3610535"/>
            <a:ext cx="2205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点文件，然后点开首选项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 rot="20264455">
            <a:off x="3171412" y="2712631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072" y="1711944"/>
            <a:ext cx="7121083" cy="461812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2353" y="443753"/>
            <a:ext cx="81556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复制网址</a:t>
            </a:r>
            <a:r>
              <a:rPr lang="zh-CN" altLang="en-US" sz="2400" dirty="0"/>
              <a:t>：</a:t>
            </a:r>
            <a:r>
              <a:rPr lang="en-US" altLang="zh-CN" sz="2400" dirty="0"/>
              <a:t>https://dl.espressif.com/dl/package_esp32_index.json</a:t>
            </a:r>
            <a:endParaRPr lang="zh-CN" altLang="en-US" sz="2400" dirty="0"/>
          </a:p>
        </p:txBody>
      </p:sp>
      <p:sp>
        <p:nvSpPr>
          <p:cNvPr id="9" name="箭头: 右 8"/>
          <p:cNvSpPr/>
          <p:nvPr/>
        </p:nvSpPr>
        <p:spPr>
          <a:xfrm>
            <a:off x="6373906" y="4679577"/>
            <a:ext cx="1761565" cy="4034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303559" y="4217912"/>
            <a:ext cx="3482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你第一次使用的话，这里是空白的，要把网址复制进去，然后点击右下角确定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43" y="5232299"/>
            <a:ext cx="4243419" cy="34290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 rot="20264455">
            <a:off x="2012954" y="4134000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98" y="277625"/>
            <a:ext cx="3774026" cy="81130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63" y="1267385"/>
            <a:ext cx="11000255" cy="541272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674159" y="1465729"/>
            <a:ext cx="369794" cy="2151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36276" y="2178424"/>
            <a:ext cx="591671" cy="255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960497" y="2541496"/>
            <a:ext cx="2609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搜索</a:t>
            </a:r>
            <a:r>
              <a:rPr lang="en-US" altLang="zh-CN" dirty="0">
                <a:solidFill>
                  <a:srgbClr val="FF0000"/>
                </a:solidFill>
              </a:rPr>
              <a:t>ESP32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75764" y="4040841"/>
            <a:ext cx="1687606" cy="1549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/>
          <p:cNvSpPr/>
          <p:nvPr/>
        </p:nvSpPr>
        <p:spPr>
          <a:xfrm rot="599207">
            <a:off x="2201460" y="2440643"/>
            <a:ext cx="1754841" cy="2017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 rot="20479325">
            <a:off x="2565910" y="4784149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19" name="箭头: 右 18"/>
          <p:cNvSpPr/>
          <p:nvPr/>
        </p:nvSpPr>
        <p:spPr>
          <a:xfrm>
            <a:off x="2938182" y="4815728"/>
            <a:ext cx="1411942" cy="19330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 rot="20264455">
            <a:off x="7644873" y="5162699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484593" y="4457700"/>
            <a:ext cx="64478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重点：</a:t>
            </a:r>
            <a:r>
              <a:rPr lang="zh-CN" altLang="en-US" dirty="0"/>
              <a:t>选择这个，版本选</a:t>
            </a:r>
            <a:r>
              <a:rPr lang="en-US" altLang="zh-CN" dirty="0"/>
              <a:t>1.0.6</a:t>
            </a:r>
            <a:r>
              <a:rPr lang="zh-CN" altLang="en-US" dirty="0"/>
              <a:t>（亲测是这个版本最好），下载成功率高，</a:t>
            </a:r>
            <a:r>
              <a:rPr lang="zh-CN" altLang="en-US" dirty="0">
                <a:highlight>
                  <a:srgbClr val="FF0000"/>
                </a:highlight>
              </a:rPr>
              <a:t>如果下载失败</a:t>
            </a:r>
            <a:r>
              <a:rPr lang="zh-CN" altLang="en-US" dirty="0"/>
              <a:t>以及各种问题，那就是</a:t>
            </a:r>
            <a:r>
              <a:rPr lang="zh-CN" altLang="en-US" dirty="0">
                <a:highlight>
                  <a:srgbClr val="FF0000"/>
                </a:highlight>
              </a:rPr>
              <a:t>网络问题</a:t>
            </a:r>
            <a:r>
              <a:rPr lang="zh-CN" altLang="en-US" dirty="0"/>
              <a:t>，</a:t>
            </a:r>
            <a:r>
              <a:rPr lang="zh-CN" altLang="en-US" dirty="0">
                <a:highlight>
                  <a:srgbClr val="FF0000"/>
                </a:highlight>
              </a:rPr>
              <a:t>不用找客服！</a:t>
            </a:r>
            <a:r>
              <a:rPr lang="zh-CN" altLang="en-US" dirty="0"/>
              <a:t>因为解决不了，</a:t>
            </a:r>
            <a:r>
              <a:rPr lang="zh-CN" altLang="en-US" dirty="0">
                <a:solidFill>
                  <a:srgbClr val="FF0000"/>
                </a:solidFill>
              </a:rPr>
              <a:t>网络是（校园网，校园卡，电信）</a:t>
            </a:r>
            <a:r>
              <a:rPr lang="zh-CN" altLang="en-US" dirty="0"/>
              <a:t>都下载不了，众多客服反馈，可以用梯子，也可以用热点，多去尝试，以及失败了多次持续点击安装也有可能能装上，反正，自行更换网络去安装，直到安装成功</a:t>
            </a:r>
            <a:r>
              <a:rPr lang="en-US" altLang="zh-CN" dirty="0"/>
              <a:t>!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793836" y="504879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10800000" flipV="1">
            <a:off x="551329" y="-356347"/>
            <a:ext cx="10757648" cy="2171699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好了，我们的</a:t>
            </a:r>
            <a:r>
              <a:rPr lang="en-US" altLang="zh-CN" sz="2000" dirty="0">
                <a:solidFill>
                  <a:srgbClr val="FF0000"/>
                </a:solidFill>
              </a:rPr>
              <a:t>ESP32</a:t>
            </a:r>
            <a:r>
              <a:rPr lang="zh-CN" altLang="en-US" sz="2000" dirty="0">
                <a:solidFill>
                  <a:srgbClr val="FF0000"/>
                </a:solidFill>
              </a:rPr>
              <a:t>库安装好了！就可以开始我们的摄像头实时监控，在此声明！除了</a:t>
            </a:r>
            <a:r>
              <a:rPr lang="en-US" altLang="zh-CN" sz="2000" dirty="0">
                <a:solidFill>
                  <a:srgbClr val="FF0000"/>
                </a:solidFill>
              </a:rPr>
              <a:t>web</a:t>
            </a:r>
            <a:r>
              <a:rPr lang="zh-CN" altLang="en-US" sz="2000" dirty="0">
                <a:solidFill>
                  <a:srgbClr val="FF0000"/>
                </a:solidFill>
              </a:rPr>
              <a:t>实时监控教程，其他问题一概不需要问客服，因为也不懂，需要自行开发！谢谢理解！库安装好后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12" y="1714063"/>
            <a:ext cx="10639576" cy="5029201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>
          <a:xfrm rot="20498659">
            <a:off x="3590365" y="1949824"/>
            <a:ext cx="847164" cy="24204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498914" y="1357281"/>
            <a:ext cx="1933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点击这里选择开发板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8128747" y="3623982"/>
            <a:ext cx="705971" cy="316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059601" y="2944905"/>
            <a:ext cx="16270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选择我们在设备管理器识别的</a:t>
            </a:r>
            <a:r>
              <a:rPr lang="en-US" altLang="zh-CN" dirty="0">
                <a:solidFill>
                  <a:srgbClr val="FF0000"/>
                </a:solidFill>
              </a:rPr>
              <a:t>COM</a:t>
            </a:r>
            <a:r>
              <a:rPr lang="zh-CN" altLang="en-US" dirty="0">
                <a:solidFill>
                  <a:srgbClr val="FF0000"/>
                </a:solidFill>
              </a:rPr>
              <a:t>口，在哪个口就选哪个口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840941" y="4422233"/>
            <a:ext cx="336177" cy="1259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573804" y="5730387"/>
            <a:ext cx="4531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选择这个名称的开发板！可以在上方搜索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 rot="20264455">
            <a:off x="4177317" y="2738766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1853" y="351678"/>
            <a:ext cx="7075394" cy="428251"/>
          </a:xfrm>
        </p:spPr>
        <p:txBody>
          <a:bodyPr>
            <a:norm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选完开发板之后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910" y="779929"/>
            <a:ext cx="5733047" cy="685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23" y="1525961"/>
            <a:ext cx="11343154" cy="51908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84042" y="860939"/>
            <a:ext cx="3872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你会得到以下画面！！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 rot="20264455">
            <a:off x="2748895" y="3220475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302" y="862060"/>
            <a:ext cx="10421396" cy="586151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1670" y="178921"/>
            <a:ext cx="8404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这是核心步骤，看清楚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41394" y="3234018"/>
            <a:ext cx="4928347" cy="14993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4901453" y="3502959"/>
            <a:ext cx="2191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822075" y="3428999"/>
            <a:ext cx="3025589" cy="1814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093324" y="3173506"/>
            <a:ext cx="38996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开始这里前面不会有横杠，在最前面加上</a:t>
            </a:r>
            <a:r>
              <a:rPr lang="en-US" altLang="zh-CN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</a:rPr>
              <a:t>变成灰色就可以了，已经有</a:t>
            </a:r>
            <a:r>
              <a:rPr lang="en-US" altLang="zh-CN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</a:rPr>
              <a:t>查看其他选项有没有加上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41394" y="4390465"/>
            <a:ext cx="3160059" cy="1277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197288" y="4390465"/>
            <a:ext cx="2662518" cy="34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836274" y="4375523"/>
            <a:ext cx="30054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这个程序就相当于你用的是什么摄像头 ，反正就只留这个，把</a:t>
            </a:r>
            <a:r>
              <a:rPr lang="en-US" altLang="zh-CN" sz="1400" dirty="0">
                <a:solidFill>
                  <a:srgbClr val="FF0000"/>
                </a:solidFill>
              </a:rPr>
              <a:t>ai thinker</a:t>
            </a:r>
            <a:r>
              <a:rPr lang="zh-CN" altLang="en-US" sz="1400" dirty="0">
                <a:solidFill>
                  <a:srgbClr val="FF0000"/>
                </a:solidFill>
              </a:rPr>
              <a:t>最前面的</a:t>
            </a:r>
            <a:r>
              <a:rPr lang="en-US" altLang="zh-CN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</a:rPr>
              <a:t>删除掉，变成棕色就对了，整个方框就只保留这个！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5" name="箭头: 右 14"/>
          <p:cNvSpPr/>
          <p:nvPr/>
        </p:nvSpPr>
        <p:spPr>
          <a:xfrm>
            <a:off x="3872753" y="5204012"/>
            <a:ext cx="376518" cy="45719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/>
          <p:cNvSpPr/>
          <p:nvPr/>
        </p:nvSpPr>
        <p:spPr>
          <a:xfrm>
            <a:off x="4148418" y="5359999"/>
            <a:ext cx="376518" cy="4571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336676" y="5062819"/>
            <a:ext cx="1759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</a:rPr>
              <a:t>这是填入你的</a:t>
            </a:r>
            <a:r>
              <a:rPr lang="en-US" altLang="zh-CN" sz="1100" dirty="0">
                <a:solidFill>
                  <a:srgbClr val="FF0000"/>
                </a:solidFill>
              </a:rPr>
              <a:t>WIFI</a:t>
            </a:r>
            <a:r>
              <a:rPr lang="zh-CN" altLang="en-US" sz="1100" dirty="0">
                <a:solidFill>
                  <a:srgbClr val="FF0000"/>
                </a:solidFill>
              </a:rPr>
              <a:t>账号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487955" y="5272034"/>
            <a:ext cx="16080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</a:rPr>
              <a:t>这是填入你的</a:t>
            </a:r>
            <a:r>
              <a:rPr lang="en-US" altLang="zh-CN" sz="1100" dirty="0">
                <a:solidFill>
                  <a:srgbClr val="FF0000"/>
                </a:solidFill>
              </a:rPr>
              <a:t>WIFI</a:t>
            </a:r>
            <a:r>
              <a:rPr lang="zh-CN" altLang="en-US" sz="1100" dirty="0">
                <a:solidFill>
                  <a:srgbClr val="FF0000"/>
                </a:solidFill>
              </a:rPr>
              <a:t>密码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012142" y="5108538"/>
            <a:ext cx="1048872" cy="4048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3765176" y="5533644"/>
            <a:ext cx="383242" cy="335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076664" y="5857161"/>
            <a:ext cx="343572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</a:rPr>
              <a:t>只需要把</a:t>
            </a:r>
            <a:r>
              <a:rPr lang="en-US" altLang="zh-CN" sz="1100" dirty="0">
                <a:solidFill>
                  <a:srgbClr val="FF0000"/>
                </a:solidFill>
              </a:rPr>
              <a:t>*</a:t>
            </a:r>
            <a:r>
              <a:rPr lang="zh-CN" altLang="en-US" sz="1100" dirty="0">
                <a:solidFill>
                  <a:srgbClr val="FF0000"/>
                </a:solidFill>
              </a:rPr>
              <a:t>号去掉填入你的账号密码，是你能连接上的</a:t>
            </a:r>
            <a:r>
              <a:rPr lang="en-US" altLang="zh-CN" sz="1100" dirty="0">
                <a:solidFill>
                  <a:srgbClr val="FF0000"/>
                </a:solidFill>
              </a:rPr>
              <a:t>WIFI</a:t>
            </a:r>
            <a:r>
              <a:rPr lang="zh-CN" altLang="en-US" sz="1100" dirty="0">
                <a:solidFill>
                  <a:srgbClr val="FF0000"/>
                </a:solidFill>
              </a:rPr>
              <a:t>，这里说明下（校园网，校园卡，电信网络，</a:t>
            </a:r>
            <a:r>
              <a:rPr lang="en-US" altLang="zh-CN" sz="1100" dirty="0">
                <a:solidFill>
                  <a:srgbClr val="FF0000"/>
                </a:solidFill>
              </a:rPr>
              <a:t>5G</a:t>
            </a:r>
            <a:r>
              <a:rPr lang="zh-CN" altLang="en-US" sz="1100" dirty="0">
                <a:solidFill>
                  <a:srgbClr val="FF0000"/>
                </a:solidFill>
              </a:rPr>
              <a:t>）客户反馈是连接不上，反正接下来会讲，先填上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90112" y="5857161"/>
            <a:ext cx="2891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只需要动我标注的，其他一概不动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 rot="20264455">
            <a:off x="3924573" y="3946690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38" y="904315"/>
            <a:ext cx="9761444" cy="548500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8018" y="99351"/>
            <a:ext cx="842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当我们设置好后 点击左上角上传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 rot="19011062">
            <a:off x="1613644" y="686262"/>
            <a:ext cx="773206" cy="3462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364876" y="1250102"/>
            <a:ext cx="32945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 rot="20264455">
            <a:off x="6141636" y="3220476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10935" y="3227294"/>
            <a:ext cx="33079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重点：如果上传失败或者编译错误，那就是库下不对，回翻以上任何操作，肯定是哪一步出错，如果你严格按照以上操作，不会失败，请用心看，无需寻找客服，谢谢合作！！爱你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963" y="706534"/>
            <a:ext cx="10684249" cy="60172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00100" y="161085"/>
            <a:ext cx="4955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上传成功后！！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797488" y="5957046"/>
            <a:ext cx="4578724" cy="497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013141" y="1095935"/>
            <a:ext cx="275665" cy="3765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/>
          <p:cNvSpPr/>
          <p:nvPr/>
        </p:nvSpPr>
        <p:spPr>
          <a:xfrm rot="7289801">
            <a:off x="10366071" y="1783281"/>
            <a:ext cx="853888" cy="26950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002806" y="2494429"/>
            <a:ext cx="2185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点击这里串口监视器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 rot="20264455">
            <a:off x="3953380" y="3259128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30" y="231508"/>
            <a:ext cx="11563350" cy="2162175"/>
          </a:xfrm>
          <a:prstGeom prst="rect">
            <a:avLst/>
          </a:prstGeom>
        </p:spPr>
      </p:pic>
      <p:sp>
        <p:nvSpPr>
          <p:cNvPr id="5" name="矩形: 圆角 4"/>
          <p:cNvSpPr/>
          <p:nvPr/>
        </p:nvSpPr>
        <p:spPr>
          <a:xfrm>
            <a:off x="10676965" y="504265"/>
            <a:ext cx="1200710" cy="3496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/>
          <p:cNvSpPr/>
          <p:nvPr/>
        </p:nvSpPr>
        <p:spPr>
          <a:xfrm rot="5400000">
            <a:off x="11009779" y="1065679"/>
            <a:ext cx="517711" cy="24877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624732" y="1455642"/>
            <a:ext cx="21044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这里选</a:t>
            </a:r>
            <a:r>
              <a:rPr lang="en-US" altLang="zh-CN" sz="1400" dirty="0">
                <a:solidFill>
                  <a:srgbClr val="FF0000"/>
                </a:solidFill>
              </a:rPr>
              <a:t>115200</a:t>
            </a:r>
            <a:r>
              <a:rPr lang="zh-CN" altLang="en-US" sz="1400" dirty="0">
                <a:solidFill>
                  <a:srgbClr val="FF0000"/>
                </a:solidFill>
              </a:rPr>
              <a:t>，然后按开发板上的</a:t>
            </a:r>
            <a:r>
              <a:rPr lang="en-US" altLang="zh-CN" sz="1400" dirty="0">
                <a:solidFill>
                  <a:srgbClr val="FF0000"/>
                </a:solidFill>
              </a:rPr>
              <a:t>RST</a:t>
            </a:r>
            <a:r>
              <a:rPr lang="zh-CN" altLang="en-US" sz="1400" dirty="0">
                <a:solidFill>
                  <a:srgbClr val="FF0000"/>
                </a:solidFill>
              </a:rPr>
              <a:t>，底座如果按了没反应，就按主板朝下有个按钮，仔细找下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5494" y="1909482"/>
            <a:ext cx="6555441" cy="3092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5494" y="2521324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重点来了</a:t>
            </a:r>
            <a:r>
              <a:rPr lang="zh-CN" altLang="en-US" dirty="0"/>
              <a:t>，要是出现这个点点点</a:t>
            </a:r>
            <a:r>
              <a:rPr lang="en-US" altLang="zh-CN" dirty="0"/>
              <a:t>………</a:t>
            </a:r>
            <a:r>
              <a:rPr lang="zh-CN" altLang="en-US" dirty="0"/>
              <a:t>，那么说明你的</a:t>
            </a:r>
            <a:r>
              <a:rPr lang="en-US" altLang="zh-CN" dirty="0"/>
              <a:t>WIFI</a:t>
            </a:r>
            <a:r>
              <a:rPr lang="zh-CN" altLang="en-US" dirty="0"/>
              <a:t>，开发板连接不上！翻回到程序那页，修改</a:t>
            </a:r>
            <a:r>
              <a:rPr lang="en-US" altLang="zh-CN" dirty="0"/>
              <a:t>WIFI</a:t>
            </a:r>
            <a:r>
              <a:rPr lang="zh-CN" altLang="en-US" dirty="0"/>
              <a:t>账号密码重新上传，直到不出现点点，换到可以连接上为止，目前知道的是</a:t>
            </a:r>
            <a:r>
              <a:rPr lang="zh-CN" altLang="en-US" sz="1800" dirty="0">
                <a:solidFill>
                  <a:srgbClr val="FF0000"/>
                </a:solidFill>
              </a:rPr>
              <a:t>校园网，校园卡，电信网络，</a:t>
            </a:r>
            <a:r>
              <a:rPr lang="en-US" altLang="zh-CN" sz="1800" dirty="0">
                <a:solidFill>
                  <a:srgbClr val="FF0000"/>
                </a:solidFill>
              </a:rPr>
              <a:t>5G</a:t>
            </a:r>
            <a:r>
              <a:rPr lang="zh-CN" altLang="en-US" dirty="0">
                <a:solidFill>
                  <a:srgbClr val="FF0000"/>
                </a:solidFill>
              </a:rPr>
              <a:t>连接不上，</a:t>
            </a:r>
            <a:r>
              <a:rPr lang="zh-CN" altLang="en-US" dirty="0"/>
              <a:t>自行尝试，问客户也解决不了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8" y="3884800"/>
            <a:ext cx="11544300" cy="2133600"/>
          </a:xfrm>
          <a:prstGeom prst="rect">
            <a:avLst/>
          </a:prstGeom>
        </p:spPr>
      </p:pic>
      <p:sp>
        <p:nvSpPr>
          <p:cNvPr id="11" name="矩形: 圆角 10"/>
          <p:cNvSpPr/>
          <p:nvPr/>
        </p:nvSpPr>
        <p:spPr>
          <a:xfrm>
            <a:off x="376518" y="5136776"/>
            <a:ext cx="3529853" cy="79337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 rot="20264455">
            <a:off x="5135472" y="4073820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sp>
        <p:nvSpPr>
          <p:cNvPr id="12" name="箭头: 右 11"/>
          <p:cNvSpPr/>
          <p:nvPr/>
        </p:nvSpPr>
        <p:spPr>
          <a:xfrm>
            <a:off x="4255994" y="5526741"/>
            <a:ext cx="1284194" cy="114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775512" y="5436534"/>
            <a:ext cx="4262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这才算是连接上了，好了，已经成功了！复制网址 </a:t>
            </a:r>
            <a:r>
              <a:rPr lang="en-US" altLang="zh-CN" dirty="0">
                <a:solidFill>
                  <a:srgbClr val="FF0000"/>
                </a:solidFill>
              </a:rPr>
              <a:t>192.168.10.194</a:t>
            </a:r>
            <a:r>
              <a:rPr lang="zh-CN" altLang="en-US" dirty="0">
                <a:solidFill>
                  <a:srgbClr val="FF0000"/>
                </a:solidFill>
              </a:rPr>
              <a:t>到我们浏览器打开，最好是用</a:t>
            </a:r>
            <a:r>
              <a:rPr lang="en-US" altLang="zh-CN" dirty="0">
                <a:solidFill>
                  <a:srgbClr val="FF0000"/>
                </a:solidFill>
              </a:rPr>
              <a:t>EDGE</a:t>
            </a:r>
            <a:r>
              <a:rPr lang="zh-CN" altLang="en-US" dirty="0">
                <a:solidFill>
                  <a:srgbClr val="FF0000"/>
                </a:solidFill>
              </a:rPr>
              <a:t>打开或者谷歌浏览器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 rot="20264455">
            <a:off x="1557021" y="872409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 rot="20264455">
            <a:off x="8029922" y="3598836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937" y="141193"/>
            <a:ext cx="4806290" cy="647475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10135" y="403412"/>
            <a:ext cx="4746812" cy="2622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1633818" y="80682"/>
            <a:ext cx="1015253" cy="3227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/>
          <p:cNvSpPr/>
          <p:nvPr/>
        </p:nvSpPr>
        <p:spPr>
          <a:xfrm>
            <a:off x="2965076" y="242048"/>
            <a:ext cx="262890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735171" y="57381"/>
            <a:ext cx="2151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输入网址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129553" y="6165476"/>
            <a:ext cx="833718" cy="3563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/>
          <p:cNvSpPr/>
          <p:nvPr/>
        </p:nvSpPr>
        <p:spPr>
          <a:xfrm>
            <a:off x="2030506" y="6394076"/>
            <a:ext cx="3704665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735171" y="6154287"/>
            <a:ext cx="2549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要点击</a:t>
            </a:r>
            <a:r>
              <a:rPr lang="en-US" altLang="zh-CN" sz="1400" b="1" dirty="0">
                <a:solidFill>
                  <a:srgbClr val="FF0000"/>
                </a:solidFill>
              </a:rPr>
              <a:t>start</a:t>
            </a:r>
            <a:r>
              <a:rPr lang="zh-CN" altLang="en-US" sz="1400" b="1" dirty="0">
                <a:solidFill>
                  <a:srgbClr val="FF0000"/>
                </a:solidFill>
              </a:rPr>
              <a:t>才有画面，别一片黑，点都没都点就说没画面！！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02406" y="1398494"/>
            <a:ext cx="5748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万一！网址打不开，也是网络问题，自行更换网络重新烧录以及查看自己浏览器有什么限制，没有其他办法了，自行更换处理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5802406" y="3039036"/>
            <a:ext cx="62730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教程就到这里，属实不易，这玩意儿本身折腾也是挺费脑（对于不懂的人来说），所以希望你们在学习中得到乐趣以及完成后的成就感，学无止境，加油！！</a:t>
            </a:r>
            <a:endParaRPr lang="en-US" altLang="zh-CN" dirty="0"/>
          </a:p>
          <a:p>
            <a:r>
              <a:rPr lang="zh-CN" altLang="en-US" dirty="0"/>
              <a:t>最后，如果成功了，请动动手指给予我们肯定的评价！感谢您的支持！欢迎常来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 rot="20264455">
            <a:off x="864859" y="3026824"/>
            <a:ext cx="383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DDDDDD"/>
                </a:solidFill>
              </a:rPr>
              <a:t>jiataigaoke</a:t>
            </a:r>
            <a:r>
              <a:rPr lang="zh-CN" altLang="en-US" sz="3200" b="1" dirty="0">
                <a:solidFill>
                  <a:srgbClr val="DDDDDD"/>
                </a:solidFill>
              </a:rPr>
              <a:t>旗舰店</a:t>
            </a:r>
            <a:endParaRPr lang="zh-CN" altLang="en-US" sz="3200" b="1" dirty="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2301</Words>
  <Application>WPS 演示</Application>
  <PresentationFormat>宽屏</PresentationFormat>
  <Paragraphs>149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等线</vt:lpstr>
      <vt:lpstr>等线 Light</vt:lpstr>
      <vt:lpstr>微软雅黑</vt:lpstr>
      <vt:lpstr>Arial Unicode MS</vt:lpstr>
      <vt:lpstr>Office 主题​​</vt:lpstr>
      <vt:lpstr>ESP32CAM 保姆级教程</vt:lpstr>
      <vt:lpstr>亲亲们收到手是这样的</vt:lpstr>
      <vt:lpstr>我们先把数据线连接开发板插到电脑</vt:lpstr>
      <vt:lpstr>首先插入电脑，检查开发板确定能识别</vt:lpstr>
      <vt:lpstr>打开电脑的设备管理器检查串口，不会打开去百度一下设备管理器在哪里</vt:lpstr>
      <vt:lpstr>另外教程里面，有个arduino搭建教程，我这边详细说下会遇到的问题</vt:lpstr>
      <vt:lpstr>PowerPoint 演示文稿</vt:lpstr>
      <vt:lpstr>PowerPoint 演示文稿</vt:lpstr>
      <vt:lpstr>好了，我们的ESP32库安装好了！就可以开始我们的摄像头实时监控，在此声明！除了web实时监控教程，其他问题一概不需要问客服，因为也不懂，需要自行开发！谢谢理解！库安装好后</vt:lpstr>
      <vt:lpstr>选完开发板之后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ESP32CAM 保姆级教程</dc:title>
  <dc:creator>泽凯 李</dc:creator>
  <cp:lastModifiedBy>D.情系半生</cp:lastModifiedBy>
  <cp:revision>3</cp:revision>
  <dcterms:created xsi:type="dcterms:W3CDTF">2023-11-12T10:40:00Z</dcterms:created>
  <dcterms:modified xsi:type="dcterms:W3CDTF">2025-06-17T06:08:14Z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DB6DCA61078C4EFEA6C3E421BB0F030F_13</vt:lpwstr>
  </property>
  <property fmtid="{D5CDD505-2E9C-101B-9397-08002B2CF9AE}" pid="3" name="KSOProductBuildVer">
    <vt:lpwstr>2052-12.1.0.21541</vt:lpwstr>
  </property>
</Properties>
</file>